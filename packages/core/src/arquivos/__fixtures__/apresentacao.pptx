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DF552-6F44-4C3C-B18A-1282BBB9013F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DB1D8-0AB8-4D08-82AB-78FF8963B3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88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Lembrar de citar o orçamento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DB1D8-0AB8-4D08-82AB-78FF8963B3E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04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E8DD0-DCD5-9CBB-0465-4AB7913C8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279089-E738-5203-6114-812AA9847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0D8F47-D3F2-02CF-92C0-A6F75B90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27B09-E5CE-84CB-2D49-8F5C37B3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2E9218-12CA-BD3D-8714-D09B4CEF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13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54725-F7CD-F201-69C3-B898D488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E77DE5-FC8A-FA1C-3DFF-254027618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2CF64F-7939-9B94-2FA6-1D29B747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AE33A1-4CCD-DE40-593D-09C3B380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45FCC3-0BAD-58B4-9AC5-8612EDF4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10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7752D-5587-C5CD-2F70-ED46CF98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6A80-CEE0-6B20-DA4A-2E5F09639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404A16-E69E-E637-DC92-4755E239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662DD2-7E34-5650-5922-4FFD9A67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F8457A-E15E-4700-5D54-D3C9B510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59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D68EC-36DB-E903-AD26-1C3A0442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A6EB2B-DBB0-1DBA-F0AD-7B69FA8FC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E78A77-821F-7C65-D56D-C65A708F9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51B838-E41D-20D9-182C-34B94E77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B9C81E-1799-1671-5CBE-2AC62D89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E3F565-B094-F5BD-BDB1-6D93E2AC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10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1C4E-C111-D8F8-BD77-377323CA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3BD02A-AE3E-3C53-D72C-E60A32ECA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0947FC-8D6F-B1A2-D12C-9285B6418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C3FBA8-1F12-63C4-CA94-765E12AAC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CFDDCC-CFE6-7B00-6F48-107CB0AD1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189690-EEB4-21E6-FF24-0A92D76A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334569-FA82-8717-6851-116ABAC8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A06AC1C-97E7-4525-3B01-81564C10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115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72BEA-3FAB-7838-B98A-6540C090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879AE7-4770-2E68-0783-31BD674C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1DFE98-3B19-CDAF-00E9-C23330BF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FCAAAE-1686-666C-B2CA-8FE93B84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03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D6479E-A488-6451-B7AF-9A3ECB9D8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F0D1E0-0201-9390-33ED-FEA61D5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626B47-28A5-7410-F23D-8C85132A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68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77241-A0BA-1716-8C60-C87B4E97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8DD22D-166A-58BE-7306-AEC6E2240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877070-FCB8-AB42-2D17-9E1E7787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4AC153-B730-A555-FF5B-DB9C8117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15ED73-9E23-46EC-128A-8E777757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CB976C-E6DD-AC01-4C5A-662AD855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42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903F0-8B74-1CD4-D1D9-FE5BC6EB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561962C-8080-5557-23D7-20BEE86D7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3F9262-2F86-DB9E-EC3B-09CE4DC6A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68F1C4-C1C2-84BC-9743-AD641570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DB224F-8FED-2BC5-4C3C-A3F4FF2D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3321C7-E302-9C8C-5A0D-284ABC88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8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06AD-B41A-BE1D-5732-3DDCDE210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D85379-8E6F-E17A-370F-40DACE29E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B3CC2B-83AD-CDFE-AFF2-61434582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671FD-FC45-4C13-7E7B-2307377F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28B2F9-A2B8-1DE2-C52C-9A6D6582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08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1AEE67-7646-53AA-EEC3-C90BCF287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57D47D-17FC-6898-DEE9-16940881D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80EBAD-00E9-2942-114D-DF35DBE0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976B0B-463B-C40F-0ED1-F72C0A42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2C82F-AD4A-FFE6-CF19-E7E90636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345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5BA27-B9C5-11C9-E9BD-A7190493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0A4968-3373-2B18-85C4-37D18AA23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48DB4-6125-9FBD-2383-1BB704B2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CB456-655C-2B4A-F21C-B1D41ECE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F5756D-6F7E-F896-1EDE-AFC49C46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82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4C45DC-18CC-E58A-D403-C14D1BF7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C8E5FF-7715-F8A3-8846-168313C80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AED93F-ECDA-6D7F-7867-523F5A570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B1989-E67D-42B1-841C-DBD17D19BA43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2F6188-E59D-DCEC-61C5-38C6A1ED7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CF4E93-C100-ED73-32B1-099BF697A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93DAD-8249-4C9A-A56B-38472D6D3D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63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4916F-FBDE-A116-7E0F-40BAD24B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Plano de lançamento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7E6438-E939-79E0-5E78-7750E515B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Meta: 500 clientes no trimestre</a:t>
            </a:r>
          </a:p>
        </p:txBody>
      </p:sp>
    </p:spTree>
    <p:extLst>
      <p:ext uri="{BB962C8B-B14F-4D97-AF65-F5344CB8AC3E}">
        <p14:creationId xmlns:p14="http://schemas.microsoft.com/office/powerpoint/2010/main" val="67427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78E8A-0244-A47A-319A-630ABE56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Próximos passos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B9B64F-AE63-6CFA-8083-A2EFE9FFB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Contratar duas pessoas</a:t>
            </a:r>
          </a:p>
        </p:txBody>
      </p:sp>
    </p:spTree>
    <p:extLst>
      <p:ext uri="{BB962C8B-B14F-4D97-AF65-F5344CB8AC3E}">
        <p14:creationId xmlns:p14="http://schemas.microsoft.com/office/powerpoint/2010/main" val="3085818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Plano de lançamento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Wesley Souza dos Santos</dc:creator>
  <cp:lastModifiedBy>Wesley Souza dos Santos</cp:lastModifiedBy>
  <cp:revision>1</cp:revision>
  <dcterms:created xsi:type="dcterms:W3CDTF">2026-10-10T17:27:55Z</dcterms:created>
  <dcterms:modified xsi:type="dcterms:W3CDTF">2026-10-10T17:27:55Z</dcterms:modified>
</cp:coreProperties>
</file>